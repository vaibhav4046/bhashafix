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e5503715874e6a" /><Relationship Type="http://schemas.openxmlformats.org/officeDocument/2006/relationships/extended-properties" Target="/docProps/app.xml" Id="R9fd86689633c43da" /><Relationship Type="http://schemas.openxmlformats.org/officeDocument/2006/relationships/officeDocument" Target="/ppt/presentation.xml" Id="R8db7c13b4b7940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ecc52e0da740ba"/>
  </p:sldMasterIdLst>
  <p:notesMasterIdLst>
    <p:notesMasterId xmlns:r="http://schemas.openxmlformats.org/officeDocument/2006/relationships" r:id="R04a0a918249241b3"/>
  </p:notesMasterIdLst>
  <p:sldIdLst>
    <p:sldId xmlns:r="http://schemas.openxmlformats.org/officeDocument/2006/relationships" id="256" r:id="R8736e547e107484e"/>
    <p:sldId xmlns:r="http://schemas.openxmlformats.org/officeDocument/2006/relationships" id="257" r:id="Re0b9327a35614246"/>
    <p:sldId xmlns:r="http://schemas.openxmlformats.org/officeDocument/2006/relationships" id="258" r:id="R52bb89742120493e"/>
    <p:sldId xmlns:r="http://schemas.openxmlformats.org/officeDocument/2006/relationships" id="259" r:id="Rd9af5778803840e5"/>
    <p:sldId xmlns:r="http://schemas.openxmlformats.org/officeDocument/2006/relationships" id="260" r:id="R1434f17a6f6f48a0"/>
    <p:sldId xmlns:r="http://schemas.openxmlformats.org/officeDocument/2006/relationships" id="261" r:id="R889fcd301d7a475a"/>
    <p:sldId xmlns:r="http://schemas.openxmlformats.org/officeDocument/2006/relationships" id="262" r:id="R9b8e4e95dff14d8f"/>
    <p:sldId xmlns:r="http://schemas.openxmlformats.org/officeDocument/2006/relationships" id="263" r:id="R60fcff4d3fe64fef"/>
    <p:sldId xmlns:r="http://schemas.openxmlformats.org/officeDocument/2006/relationships" id="264" r:id="R9dc48373112f41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a11e98b38f4bbd" /><Relationship Type="http://schemas.openxmlformats.org/officeDocument/2006/relationships/slideMaster" Target="/ppt/slideMasters/slideMaster1.xml" Id="R8aecc52e0da740ba" /><Relationship Type="http://schemas.openxmlformats.org/officeDocument/2006/relationships/notesMaster" Target="/ppt/notesMasters/notesMaster1.xml" Id="R04a0a918249241b3" /><Relationship Type="http://schemas.openxmlformats.org/officeDocument/2006/relationships/presProps" Target="/ppt/presProps.xml" Id="Rd1d29b45b36e4991" /><Relationship Type="http://schemas.openxmlformats.org/officeDocument/2006/relationships/tableStyles" Target="/ppt/tableStyles.xml" Id="R1538f21c8eb94378" /><Relationship Type="http://schemas.openxmlformats.org/officeDocument/2006/relationships/slide" Target="/ppt/slides/slide1.xml" Id="R8736e547e107484e" /><Relationship Type="http://schemas.openxmlformats.org/officeDocument/2006/relationships/slide" Target="/ppt/slides/slide2.xml" Id="Re0b9327a35614246" /><Relationship Type="http://schemas.openxmlformats.org/officeDocument/2006/relationships/slide" Target="/ppt/slides/slide3.xml" Id="R52bb89742120493e" /><Relationship Type="http://schemas.openxmlformats.org/officeDocument/2006/relationships/slide" Target="/ppt/slides/slide4.xml" Id="Rd9af5778803840e5" /><Relationship Type="http://schemas.openxmlformats.org/officeDocument/2006/relationships/slide" Target="/ppt/slides/slide5.xml" Id="R1434f17a6f6f48a0" /><Relationship Type="http://schemas.openxmlformats.org/officeDocument/2006/relationships/slide" Target="/ppt/slides/slide6.xml" Id="R889fcd301d7a475a" /><Relationship Type="http://schemas.openxmlformats.org/officeDocument/2006/relationships/slide" Target="/ppt/slides/slide7.xml" Id="R9b8e4e95dff14d8f" /><Relationship Type="http://schemas.openxmlformats.org/officeDocument/2006/relationships/slide" Target="/ppt/slides/slide8.xml" Id="R60fcff4d3fe64fef" /><Relationship Type="http://schemas.openxmlformats.org/officeDocument/2006/relationships/slide" Target="/ppt/slides/slide9.xml" Id="R9dc48373112f41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b58f8a85b74b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305aa9595343d4" /><Relationship Type="http://schemas.openxmlformats.org/officeDocument/2006/relationships/notesMaster" Target="/ppt/notesMasters/notesMaster1.xml" Id="Rd27ff19a3d3a4c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50a01cf31445c5" /><Relationship Type="http://schemas.openxmlformats.org/officeDocument/2006/relationships/notesMaster" Target="/ppt/notesMasters/notesMaster1.xml" Id="Rd29f7bd1abb546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8d09edba7443c2" /><Relationship Type="http://schemas.openxmlformats.org/officeDocument/2006/relationships/notesMaster" Target="/ppt/notesMasters/notesMaster1.xml" Id="R79eb51df27b843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6040daee294342" /><Relationship Type="http://schemas.openxmlformats.org/officeDocument/2006/relationships/notesMaster" Target="/ppt/notesMasters/notesMaster1.xml" Id="Rc2df46a8d6cc4f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db5b50078f4e4a" /><Relationship Type="http://schemas.openxmlformats.org/officeDocument/2006/relationships/notesMaster" Target="/ppt/notesMasters/notesMaster1.xml" Id="R9d8122aab64e4e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43b36abe6e4aa8" /><Relationship Type="http://schemas.openxmlformats.org/officeDocument/2006/relationships/notesMaster" Target="/ppt/notesMasters/notesMaster1.xml" Id="Rd55187ba083948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1f411e8c5b41c0" /><Relationship Type="http://schemas.openxmlformats.org/officeDocument/2006/relationships/notesMaster" Target="/ppt/notesMasters/notesMaster1.xml" Id="Ree14514a017348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97001744e04cce" /><Relationship Type="http://schemas.openxmlformats.org/officeDocument/2006/relationships/notesMaster" Target="/ppt/notesMasters/notesMaster1.xml" Id="Rc4b0c011e9024e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184f4afd1a4b9b" /><Relationship Type="http://schemas.openxmlformats.org/officeDocument/2006/relationships/notesMaster" Target="/ppt/notesMasters/notesMaster1.xml" Id="Rfefaf170c09943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generated social card, local project asset, 29 July 2026.</a:t>
            </a:r>
          </a:p>
          <a:p xmlns:a="http://schemas.openxmlformats.org/drawingml/2006/main">
            <a:r>
              <a:t>- Project tagline and verification result from the BhashaFix local build.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mobile lab screenshot, broken Hindi baseline, local browser verification, 29 July 2026.</a:t>
            </a:r>
          </a:p>
          <a:p xmlns:a="http://schemas.openxmlformats.org/drawingml/2006/main">
            <a:r>
              <a:t>- Failure examples are the five canonical defects in the bundled Zariya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positioning is based on the BhashaFix project specification supplied by the user.</a:t>
            </a:r>
          </a:p>
          <a:p xmlns:a="http://schemas.openxmlformats.org/drawingml/2006/main">
            <a:r>
              <a:t>- No third-party market-size or competitive claims are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verified live-lab screenshot, local browser run BF-0729, 29 July 2026.</a:t>
            </a:r>
          </a:p>
          <a:p xmlns:a="http://schemas.openxmlformats.org/drawingml/2006/main">
            <a:r>
              <a:t>- Pipeline and issue-bundle fields are implemented in the local project.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proof-report screenshot, local browser verification, 29 July 2026.</a:t>
            </a:r>
          </a:p>
          <a:p xmlns:a="http://schemas.openxmlformats.org/drawingml/2006/main">
            <a:r>
              <a:t>- Results confirmed by npm run verify: baseline 5, final 0, English PASS.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 reflects the implemented BhashaFix browser replay and local bounded-source CLI.</a:t>
            </a:r>
          </a:p>
          <a:p xmlns:a="http://schemas.openxmlformats.org/drawingml/2006/main">
            <a:r>
              <a:t>- Technical details are documented in submission/TECHNICAL_ARCHITECTURE.md.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report comparison screenshot, local browser verification, 29 July 2026.</a:t>
            </a:r>
          </a:p>
          <a:p xmlns:a="http://schemas.openxmlformats.org/drawingml/2006/main">
            <a:r>
              <a:t>- Safety boundaries and artifact exports are implemented in the local project.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Roadmap is a project direction, not a claim of currently shipped functionality.</a:t>
            </a:r>
          </a:p>
          <a:p xmlns:a="http://schemas.openxmlformats.org/drawingml/2006/main">
            <a:r>
              <a:t>- Current MVP scope is documented in README.md and the user-provided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verified live-lab screenshot, local browser run BF-0729, 29 July 2026.</a:t>
            </a:r>
          </a:p>
          <a:p xmlns:a="http://schemas.openxmlformats.org/drawingml/2006/main">
            <a:r>
              <a:t>- Closing line from the BhashaFix project specification.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23b29d73a7485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108b5bba9740a1" /><Relationship Type="http://schemas.openxmlformats.org/officeDocument/2006/relationships/slideLayout" Target="/ppt/slideLayouts/slideLayout1.xml" Id="R1b44bb8f357d4c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44bb8f357d4c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aaf1948724dff" /><Relationship Type="http://schemas.openxmlformats.org/officeDocument/2006/relationships/image" Target="/ppt/media/image.png" Id="R25aedbe350d34fb1" /><Relationship Type="http://schemas.openxmlformats.org/officeDocument/2006/relationships/notesSlide" Target="/ppt/notesSlides/notesSlide1.xml" Id="R1f01258ad88740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c5ad6c31b4738" /><Relationship Type="http://schemas.openxmlformats.org/officeDocument/2006/relationships/image" Target="/ppt/media/image.jpeg" Id="R7ebca2f58b0f4139" /><Relationship Type="http://schemas.openxmlformats.org/officeDocument/2006/relationships/notesSlide" Target="/ppt/notesSlides/notesSlide2.xml" Id="R44444d71042247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0c07930dfe43ed" /><Relationship Type="http://schemas.openxmlformats.org/officeDocument/2006/relationships/notesSlide" Target="/ppt/notesSlides/notesSlide3.xml" Id="Rc18e1813f27a4d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6a4b0cb8f428a" /><Relationship Type="http://schemas.openxmlformats.org/officeDocument/2006/relationships/image" Target="/ppt/media/image2.jpeg" Id="R3d8203c7196e4736" /><Relationship Type="http://schemas.openxmlformats.org/officeDocument/2006/relationships/notesSlide" Target="/ppt/notesSlides/notesSlide4.xml" Id="Rea0d96f874664b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59b506e9494c34" /><Relationship Type="http://schemas.openxmlformats.org/officeDocument/2006/relationships/image" Target="/ppt/media/image3.jpeg" Id="R3ccad663e0934d69" /><Relationship Type="http://schemas.openxmlformats.org/officeDocument/2006/relationships/notesSlide" Target="/ppt/notesSlides/notesSlide5.xml" Id="Rcb9c0de1fac647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36d2909fb46d4" /><Relationship Type="http://schemas.openxmlformats.org/officeDocument/2006/relationships/notesSlide" Target="/ppt/notesSlides/notesSlide6.xml" Id="R8c13cf0e61ec4e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e26f25bae4b2d" /><Relationship Type="http://schemas.openxmlformats.org/officeDocument/2006/relationships/image" Target="/ppt/media/image4.jpeg" Id="R9834f3fa94ab43ce" /><Relationship Type="http://schemas.openxmlformats.org/officeDocument/2006/relationships/notesSlide" Target="/ppt/notesSlides/notesSlide7.xml" Id="Rc07fba6565d64b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831a1fa90e4b35" /><Relationship Type="http://schemas.openxmlformats.org/officeDocument/2006/relationships/notesSlide" Target="/ppt/notesSlides/notesSlide8.xml" Id="Rf046b2b9276d48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d4e60e07af4d18" /><Relationship Type="http://schemas.openxmlformats.org/officeDocument/2006/relationships/image" Target="/ppt/media/image5.jpeg" Id="R038d23dc44354d32" /><Relationship Type="http://schemas.openxmlformats.org/officeDocument/2006/relationships/notesSlide" Target="/ppt/notesSlides/notesSlide9.xml" Id="Rbd5274144c6a494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edbe350d34fb1"/>
          <a:srcRect xmlns:a="http://schemas.openxmlformats.org/drawingml/2006/main" l="3216" t="0" r="321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2658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20DA23-3208-4EC3-910B-0836FD23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THE PROBLEM JUDGES CAN SEE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787AE-E088-4C25-8EBE-B5699D51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619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The strings are right.</a:t>
            </a:r>
          </a:p>
          <a:p xmlns:a="http://schemas.openxmlformats.org/drawingml/2006/main">
            <a:pPr algn="l"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The product is wrong.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A2C65-9754-434D-82FC-E021361F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AFC8"/>
                </a:solidFill>
              </a:defRPr>
            </a:pPr>
            <a:r>
              <a:rPr sz="1650" b="0">
                <a:solidFill>
                  <a:srgbClr val="B9AFC8"/>
                </a:solidFill>
              </a:rPr>
              <a:t>Hindi clips. Tamil truncates. Urdu flows in the wrong direction.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1C819-28E4-44F8-93EF-3351916D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7BC79-29BD-4E27-ACFD-4448426D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Glyph geometry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A333B-78E0-42DD-8264-4E103017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99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Devanagari exceeds a fixed line box.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DB0F3-9675-4BBF-94D7-3CA16F1A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542A4-1E6E-49C8-A5B4-0C217378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57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Control width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E3D24-EB8F-4694-81B7-A4DC0F83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529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Tamil copy outgrows a rigid CTA.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0AA81-75C6-402E-8FAE-1E2DCCCA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A2BDD3-218D-4F38-ADC9-BFC4DF45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00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Direction + metadata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F506B-7A1E-43B9-9925-1196DB6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958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Urdu and locale semantics silently fail.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613A5-242B-4F69-B324-81376154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"/>
            <a:ext cx="4057650" cy="5772150"/>
          </a:xfrm>
          <a:prstGeom xmlns:a="http://schemas.openxmlformats.org/drawingml/2006/main" prst="roundRect">
            <a:avLst>
              <a:gd name="adj" fmla="val 375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ca2f58b0f4139"/>
          <a:srcRect xmlns:a="http://schemas.openxmlformats.org/drawingml/2006/main" l="0" t="10366" r="0" b="103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34300" y="666750"/>
            <a:ext cx="3067050" cy="5257800"/>
          </a:xfrm>
          <a:prstGeom xmlns:a="http://schemas.openxmlformats.org/drawingml/2006/main" prst="roundRect">
            <a:avLst>
              <a:gd name="adj" fmla="val 3727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6B3821-E4F6-4881-87D1-4154C923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D3BFED-70B4-48CC-A774-70D759D3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ADB5CD-D72B-42DB-84AF-0A7233C5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662614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B37DDC-1575-4714-A5DB-F4B61F9C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WHY THIS IS NOT ANOTHER TRANSLATOR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C784E-7318-483B-9CE3-59A86BE0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Translation ends too early.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3636D-D823-4517-8786-A97E1BE7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9AFC8"/>
                </a:solidFill>
              </a:defRPr>
            </a:pPr>
            <a:r>
              <a:rPr sz="1800" b="0">
                <a:solidFill>
                  <a:srgbClr val="B9AFC8"/>
                </a:solidFill>
              </a:rPr>
              <a:t>The missing layer is the rendered product.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78DBF-998D-4458-B871-13E4A988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74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03F90-2E23-4234-A6C5-0259F872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9560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WHAT EXISTS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DFD79-6B6B-41D3-A649-BDEF11C5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95600"/>
            <a:ext cx="304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WHAT BHASHAFIX ADDS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E33AA-E84C-4CBE-AAFD-3C5C52A7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000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Translate strings</a:t>
            </a:r>
          </a:p>
          <a:p xmlns:a="http://schemas.openxmlformats.org/drawingml/2006/main">
            <a:pPr algn="l"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Manage keys</a:t>
            </a:r>
          </a:p>
          <a:p xmlns:a="http://schemas.openxmlformats.org/drawingml/2006/main">
            <a:pPr algn="l"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Edit in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E53D0-1D4B-4EA0-A171-50849815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52850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ACC15"/>
                </a:solidFill>
              </a:defRPr>
            </a:pPr>
            <a:r>
              <a:rPr sz="285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1B383A-3810-42F4-8A1A-AFE1DF51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43815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Render routes</a:t>
            </a:r>
          </a:p>
          <a:p xmlns:a="http://schemas.openxmlformats.org/drawingml/2006/main">
            <a:pPr algn="l"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Measure failures</a:t>
            </a:r>
          </a:p>
          <a:p xmlns:a="http://schemas.openxmlformats.org/drawingml/2006/main">
            <a:pPr algn="l"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Repair source</a:t>
            </a:r>
          </a:p>
          <a:p xmlns:a="http://schemas.openxmlformats.org/drawingml/2006/main">
            <a:pPr algn="l"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Prove the fix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FB96F-1712-45CC-9BAC-77137B8E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95925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6EFAC"/>
                </a:solidFill>
              </a:defRPr>
            </a:pPr>
            <a:r>
              <a:rPr sz="1350" b="1">
                <a:solidFill>
                  <a:srgbClr val="86EFAC"/>
                </a:solidFill>
              </a:rPr>
              <a:t>A model may suggest the patch. Only the original browser predicate can accept 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B7BC94-7CC9-4DB3-9EB4-C74320AD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55FCF-7000-44F6-974A-D2C13889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FF9EE-B8FD-4AE2-B8D8-60A12F58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8162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FD0AE7-540A-4209-84F9-D870E60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THE PRODUCT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86254-9F8E-43D9-9193-7C54B410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38200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Six stages. Zero hand-waving.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8203c7196e4736"/>
          <a:srcRect xmlns:a="http://schemas.openxmlformats.org/drawingml/2006/main" l="0" t="6924" r="0" b="69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91050" y="1676400"/>
            <a:ext cx="6896100" cy="3714750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AAB12-E6EC-4C88-991A-866461CF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13859C-6413-4B0C-93B1-8E3FF57B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83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2F585-C0AD-418E-92EB-AD7CC41D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002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Render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E1000-BE7B-45D1-805D-5709EE42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93B77-AEFD-480F-ADB5-9A101729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669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84604-CD63-4CA0-8A42-839CB27B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288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Inspect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0D0A1-AAEF-4F35-94D4-E22B56C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3DCD79-0EE8-4D92-B2AC-992EB6EC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FA617-926F-4CD2-B045-CE69A0F8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575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Diagnose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70BEBC-D5D2-4800-97F7-58B5B69B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F01A81-D4A6-4796-9013-C5E8629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89BF1-642F-44EE-80F1-FB8F5F04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861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B162F2-4A3C-4DC4-AE19-27837F0C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E86D3E-193F-4DBD-A13B-9928689D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25F48-040D-44E1-ABA2-5E2206B3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148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A3332C-57BB-425B-8CD2-6E629A68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ACC15"/>
          </a:solidFill>
          <a:ln xmlns:a="http://schemas.openxmlformats.org/drawingml/2006/main" w="9525">
            <a:solidFill>
              <a:srgbClr val="FACC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6B3815-5466-4BC1-BBF2-2A4E55DE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815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B0613"/>
                </a:solidFill>
              </a:defRPr>
            </a:pPr>
            <a:r>
              <a:rPr sz="975" b="1">
                <a:solidFill>
                  <a:srgbClr val="0B0613"/>
                </a:solidFill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5AFC2-0F68-4EA6-A71D-514CDF4A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434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Prove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1E32B2-3491-457B-B25F-48DC662A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340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Every issue retains a selector, locale, dimensions, source hint, and success condition.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C66F09-E1B5-496F-96F3-0A0CAEB1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95787F-C8B8-4BB0-BB15-9E488C8A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B60A6E-8802-4684-9487-F8615C0E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19571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99D63-21B6-419B-8667-7DCCE3B4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THE WINNING MOMENT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0FFCB-9851-41EA-9BF6-ACB483D1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239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450" b="1">
                <a:solidFill>
                  <a:srgbClr val="FB7185"/>
                </a:solidFill>
              </a:defRPr>
            </a:pPr>
            <a:r>
              <a:rPr sz="9450" b="1">
                <a:solidFill>
                  <a:srgbClr val="FB7185"/>
                </a:solidFill>
              </a:rPr>
              <a:t>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840A6F-D013-448C-B8AE-FEBBC3FC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FACC15"/>
                </a:solidFill>
              </a:defRPr>
            </a:pPr>
            <a:r>
              <a:rPr sz="465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7FF0B-BBB4-4E3E-9243-F7880426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1239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450" b="1">
                <a:solidFill>
                  <a:srgbClr val="86EFAC"/>
                </a:solidFill>
              </a:defRPr>
            </a:pPr>
            <a:r>
              <a:rPr sz="9450" b="1">
                <a:solidFill>
                  <a:srgbClr val="86EFAC"/>
                </a:solidFill>
              </a:rPr>
              <a:t>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D7217-20D7-4E73-9A9B-7CEC2A97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8E8"/>
                </a:solidFill>
              </a:defRPr>
            </a:pPr>
            <a:r>
              <a:rPr sz="1875" b="1">
                <a:solidFill>
                  <a:srgbClr val="FFF8E8"/>
                </a:solidFill>
              </a:rPr>
              <a:t>canonical defects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8D744-33E1-4C50-BEF2-1A40EF60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English regression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009F1-08E2-46C1-B863-3D3863C4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86EFAC"/>
                </a:solidFill>
              </a:defRPr>
            </a:pPr>
            <a:r>
              <a:rPr sz="2100" b="1">
                <a:solidFill>
                  <a:srgbClr val="86EFAC"/>
                </a:solidFill>
              </a:rPr>
              <a:t>PASS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FA740-F3FC-4E11-8D49-3D507D7A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Changed source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97FDE-BD1F-4084-B988-9DC02004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386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8E8"/>
                </a:solidFill>
              </a:defRPr>
            </a:pPr>
            <a:r>
              <a:rPr sz="2700" b="1">
                <a:solidFill>
                  <a:srgbClr val="FFF8E8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B95658-6481-490A-BA4F-6CF58B20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Browser console errors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6C57E1-4937-498C-839B-2DC972BF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434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8E8"/>
                </a:solidFill>
              </a:defRPr>
            </a:pPr>
            <a:r>
              <a:rPr sz="2700" b="1">
                <a:solidFill>
                  <a:srgbClr val="FFF8E8"/>
                </a:solidFill>
              </a:rPr>
              <a:t>0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ad663e0934d69"/>
          <a:srcRect xmlns:a="http://schemas.openxmlformats.org/drawingml/2006/main" l="0" t="51" r="0" b="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19700" y="1047750"/>
            <a:ext cx="6267450" cy="3914775"/>
          </a:xfrm>
          <a:prstGeom xmlns:a="http://schemas.openxmlformats.org/drawingml/2006/main" prst="roundRect">
            <a:avLst>
              <a:gd name="adj" fmla="val 2920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D0987-F9A6-41AF-B009-B83B4F3F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7E396-BD9F-42B3-9AC6-2A92878F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F9047-5D52-4C70-A132-F39C18D4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489379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F1ECC-33CA-449E-8B72-DF1B2D38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TECHNICAL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61D7A-1548-40F6-AD80-F289455F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Determinism surrounds the agent.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708C7-85BD-4DDD-8A92-F1E93E15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B9AFC8"/>
                </a:solidFill>
              </a:defRPr>
            </a:pPr>
            <a:r>
              <a:rPr sz="1575" b="0">
                <a:solidFill>
                  <a:srgbClr val="B9AFC8"/>
                </a:solidFill>
              </a:rPr>
              <a:t>The browser defines failure. The allowlist constrains change. The same case defines success.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DF36-9B12-4C9F-B3FA-73EAE9E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88E9D-EF49-4A0B-9515-7DC28D50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4F0FA-6DB3-4301-88D7-EC99DF87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ZARIYA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BA730-6AF8-441B-90D6-A954D7A1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real routes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4 locales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4E66F-6461-4CAE-A8F6-EF6C7166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1C521-4AF2-4B8A-A515-7D4C611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C2B1A-8D1D-44C1-883E-67E68D3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D8299-14A7-463A-B40E-20F643D1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INSPECT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3C368-7656-4CE6-A15F-0D652EA7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DOM · RTL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lang · a11y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49B16-5121-494E-8BB2-A451613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8DDA4-C02F-4DC2-8D08-03B0E701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11C1D-BC0F-45E2-A047-8B27C00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CFBE-C57C-4293-9345-D7E38B2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ISSUE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E35FD-EDB1-4B70-8555-5C785B6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selector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00EF8-1337-4C67-A1D7-90C31F5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941B-9477-4834-BE54-7DC711C5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231339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15E53-3CBE-4EA9-A97A-E2713C68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DB83F-14A2-4489-AA79-1C6783EE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REPAIR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F23FD-9B1A-4358-A005-B6295F4C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3-file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allowlist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C4DE1-1826-4607-A833-0C813FBB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615D3-56C3-421D-805F-07307901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FB989A-DF38-4E12-84CA-35D07332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FAD00-FAA5-4012-A239-16BAAF0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PROVE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894C4-A8EA-4468-9A85-DBD24D54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same cases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English control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938FD-7117-4EBC-8A1F-9AD5778D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AI can improve diagnosis. It cannot override pass/fail.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904C2-F0D5-4549-8569-BCDA34B6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1CB27-DA7B-4AC4-AF25-79ACC74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5AA4A7-A49C-4E6A-B3C1-950E224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481277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8566FD-AD84-41A4-96B4-421A6720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WHY TEAMS CAN TRUST THE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211C1-A46E-4A75-8A6E-AC9C61C7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Small diff. Measurable result.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4f3fa94ab43ce"/>
          <a:srcRect xmlns:a="http://schemas.openxmlformats.org/drawingml/2006/main" l="0" t="3275" r="0" b="32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809750"/>
            <a:ext cx="6553200" cy="3829050"/>
          </a:xfrm>
          <a:prstGeom xmlns:a="http://schemas.openxmlformats.org/drawingml/2006/main" prst="roundRect">
            <a:avLst>
              <a:gd name="adj" fmla="val 2985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80679-4B19-43D8-ACA6-C857614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ALLOWLIST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6B107-2710-4491-AE4B-78056B34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02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Only three target files may change.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25C5E-070B-452C-B130-3ED0E185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051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5692D-B361-4A65-9C80-8ADB8E27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38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IDENTICAL RERUN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C4293-E020-46CF-82C9-6D8C0155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146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The original failed predicates run again.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14ABB-C82D-484D-AB4F-6B16871A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19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C6770-B4B8-4CD0-95AA-A00940DF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52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CONTROL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53B32-CA8B-49A8-8D4E-66673FDF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290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English must remain green.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0BC75-B367-408A-81ED-8A63AACA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339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99A0DA-60AF-4E11-B0BA-4D82E874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EXPORT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A5CEB-D4BB-4FF1-8A24-39EF1EA8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434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JSON proof and a unified patch leave the app.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486BE-A0C1-42A1-A9FB-61898291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AE4048-3464-43D1-8FD3-5DF10CF9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6D3B1-97F2-473D-8D70-B03410AD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415368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282B9E-68FB-46F7-9BBC-DE1B67A2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OPEN-SOURCE WEDGE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5D3B1-76D7-49E3-ADAD-288E06EF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Start narrow. Become the release 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4ADC4-4868-4297-B8D7-43E058D2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AFC8"/>
                </a:solidFill>
              </a:defRPr>
            </a:pPr>
            <a:r>
              <a:rPr sz="1650" b="0">
                <a:solidFill>
                  <a:srgbClr val="B9AFC8"/>
                </a:solidFill>
              </a:rPr>
              <a:t>One flawless vertical slice earns the right to expand.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9CD83-D136-421B-A6E8-32337D8B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211535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BAA48-26D6-4BF4-8E26-57336B2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8C1C9-0CCB-4AEE-B72C-7F0F4A4F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Bundled Zariya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2E02F-2A93-402A-A822-A25E4073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481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4 locales · 2 viewports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5 canonical defects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hosted deterministic replay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2B050-CBF2-417C-B379-59A133EB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719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ACC15"/>
                </a:solidFill>
              </a:defRPr>
            </a:pPr>
            <a:r>
              <a:rPr sz="1875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22700-E57D-400A-9D19-678DEA76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4B062-A4BE-4221-BC78-68174533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76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NEXT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931A5-2C69-4E12-AC33-8E885496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71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CI repair 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5BF2E-7FFA-4451-B402-36185DE1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isolated worktrees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framework adapters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retained screenshot proof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4701C-FDA4-45A7-AF09-11FC29AA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386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ACC15"/>
                </a:solidFill>
              </a:defRPr>
            </a:pPr>
            <a:r>
              <a:rPr sz="1875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AA5F26-95C0-4509-BA9F-007A8A6D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480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310F9-3466-446C-B1CA-47D0F8DB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76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LATER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494B0-B9AF-4040-9A5B-172B37A3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71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Localization QA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71B80-9126-4431-94D1-A9D6CB53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5148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repository policies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team review flows</a:t>
            </a:r>
          </a:p>
          <a:p xmlns:a="http://schemas.openxmlformats.org/drawingml/2006/main">
            <a:pPr algn="l"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broader locale coverage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E6DC1-56BA-46E7-BAD3-8AC4CF9D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7F860B-74C1-46C7-A3AE-82B75344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C4962-00A3-4291-ACB6-CE2A859D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6352354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8d23dc44354d32"/>
          <a:srcRect xmlns:a="http://schemas.openxmlformats.org/drawingml/2006/main" l="0" t="5019" r="0" b="50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9F924-AF62-4EB5-901C-504B8D1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314B6-AF54-43A5-892D-A4034511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3400"/>
            <a:ext cx="5619750" cy="5715000"/>
          </a:xfrm>
          <a:prstGeom xmlns:a="http://schemas.openxmlformats.org/drawingml/2006/main" prst="roundRect">
            <a:avLst>
              <a:gd name="adj" fmla="val 2712"/>
            </a:avLst>
          </a:prstGeom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88F4C-ACCC-4DF6-9C2F-6531F7D0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953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BhashaFix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D4A83-9389-4735-9AED-AAFD035C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Translation tools</a:t>
            </a:r>
          </a:p>
          <a:p xmlns:a="http://schemas.openxmlformats.org/drawingml/2006/main">
            <a:pPr algn="l"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stop at strings.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A0A56-89CD-46E9-A46B-9191212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BhashaFix repairs the product—</a:t>
            </a:r>
          </a:p>
          <a:p xmlns:a="http://schemas.openxmlformats.org/drawingml/2006/main">
            <a:pPr algn="l"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and proves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1147E-5D2E-416D-9984-6A4E17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EF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D3D44-225F-4CFE-8535-4674E74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86EFAC"/>
                </a:solidFill>
              </a:defRPr>
            </a:pPr>
            <a:r>
              <a:rPr sz="1650" b="1">
                <a:solidFill>
                  <a:srgbClr val="86EFAC"/>
                </a:solidFill>
              </a:rPr>
              <a:t>5 → 0 · ENGLISH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B026B-600C-443D-A10D-5A472DE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10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OPEN SOURCE · DEMO READY</a:t>
            </a:r>
          </a:p>
        </p:txBody>
      </p:sp>
    </p:spTree>
    <p:extLst>
      <p:ext uri="{BB962C8B-B14F-4D97-AF65-F5344CB8AC3E}">
        <p14:creationId xmlns:p14="http://schemas.microsoft.com/office/powerpoint/2010/main" val="9661686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2026-07-29T10:21:51.4580000Z</dcterms:created>
  <dcterms:modified xsi:type="dcterms:W3CDTF">2026-07-29T10:21:51.4580000Z</dcterms:modified>
</coreProperties>
</file>