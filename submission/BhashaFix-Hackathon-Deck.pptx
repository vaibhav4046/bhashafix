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LOCALISATION RELEASE FIREWALL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app speaks every language.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BhashaFix proves it still works.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291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B8AFC4"/>
                </a:solidFill>
              </a:rPr>
              <a:t>Local-first. Real browsers, real measurements, and a rerun that a model cannot talk its way past.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Translation is not release readiness.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AI translates every string in minutes. Teams still ship: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clipped text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broken right-to-left layout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raw translation keys on screen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dropped placeholders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controls with no accessible name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wrong locale metadata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None of these are translation problems. They appear when the string meets the layout, in a browser.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THE GAP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tools. No gate.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Translation platforms manage the text.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Coding agents modify the code.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Browser testing tools test the interface.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Nobody owns the localisation-specific release gate that connects them — the step that says this build is safe to ship in these twelve languages, and here is the evidence.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REAL CHROMIUM SCAN · GENERATED THROUGH THE CLI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Evidence, not adjectives.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BhashaFix production · 3 routes · 6 screenshots · 10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MDN Web Docs · 3 routes · 6 screenshots · 9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Wikipedia · 2 routes · 4 screenshots · 16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Every screenshot carries its SHA-256, so the image on screen is provably the image the scan captured.</a:t>
            </a:r>
            <a:endParaRPr lang="en-US" sz="1400" dirty="0"/>
          </a:p>
        </p:txBody>
      </p:sp>
      <p:pic>
        <p:nvPicPr>
          <p:cNvPr id="5" name="Image 0" descr="C:\Users\lalwa\Documents\Codex\2026-07-29\sh\work\bhashafix\submission\screenshots\04-scan-worksp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ONE FINDING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number, and the predicate.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BF-VIS-TEXT-OVERFLOW-X  de-DE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plain      The German button label is cut off.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measured   scrollWidth 245 · clientWidth 168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overflowPx 77 · overflow-x hidden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 scrollWidth &lt;= clientWidth + 2</a:t>
            </a:r>
            <a:endParaRPr lang="en-US" sz="1200" dirty="0"/>
          </a:p>
        </p:txBody>
      </p:sp>
      <p:pic>
        <p:nvPicPr>
          <p:cNvPr id="5" name="Image 0" descr="C:\Users\lalwa\Documents\Codex\2026-07-29\sh\work\bhashafix\submission\screenshots\07-issue-evid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VERIFIED REPAIR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model cannot mark its own answer.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AtlasPay, recorded verified run: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10 blocking → 0 · source locale PASS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Real Next.js source — .tsx, .css, translation JSON: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6 blocking →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source locale 0 →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new blockers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3 files, 10 lines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git apply --check exit 0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6-bounded-re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Local-first, by design.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CLI · MCP · CI · local or remote browser worker      the engine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Web console                                          evidence and review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The hosted site does not run a browser. Browsers, source code and repair operations stay inside the developer's environment. A portable report can be shared, or opened in the console, without uploading a repository.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FOR CODING AGENTS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gate they cannot argue with.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Coding agents can generate translations. BhashaFix gives them a release gate they cannot talk their way around.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spawned STDIO process · packages/mcp/dist/bin.js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18 tools · 4 resources · 5 prompts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8 recorded calls published as evidence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inspect → create scan → run → read issues → prepare repair → apply approved IDs → rerun predicates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5-proof-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MEASURED, NOT ASSERTED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Scored against ground truth.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70 labelled defects · 12 rule families · 12 locales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204 expected detections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Recall 100.0%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Precision 100.0%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False positives on the clean variant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Two real rule defects were found by scanning public sites and fixed in the rules, not worked around.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2-landin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OPEN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one command.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npx @bhashafix/cli scan --url http://localhost:3000 \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--locales en-GB,de-DE,ar-SA,ja-JP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https://bhashafix.vercel.app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https://github.com/vaibhav4046/bhashafix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Not claimed: hosted browser rendering; arbitrary-repository repair; native-quality translation; Firefox or WebKit coverage.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3-landing-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371600"/>
            <a:ext cx="146304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BhashaFix</dc:title>
  <dc:subject>PptxGenJS Presentation</dc:subject>
  <dc:creator>BhashaFix</dc:creator>
  <cp:lastModifiedBy>BhashaFix</cp:lastModifiedBy>
  <cp:revision>1</cp:revision>
  <dcterms:created xsi:type="dcterms:W3CDTF">2026-08-01T15:34:48Z</dcterms:created>
  <dcterms:modified xsi:type="dcterms:W3CDTF">2026-08-01T15:34:48Z</dcterms:modified>
</cp:coreProperties>
</file>